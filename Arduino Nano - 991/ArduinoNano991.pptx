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4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A38E-6981-45BD-8201-F4C840CF2C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0E0435-B1C0-4CD2-853C-F0E08D6A34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E75C9-39FB-4A88-BCEB-B0779997A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C6E-E348-4B05-8B51-733411DA06AB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D27FB-6DAD-4777-8B19-2C0951413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70E62-9276-45CA-903F-6327DFAE4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536A5-1602-4D88-ADE3-63582C9D8B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2851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87A74-FE3D-4E7B-A2A5-5DA22431E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1CDC5-A94D-469D-B99E-FD6DC9521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EC455-F965-4E84-8E0F-01C5E07A5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C6E-E348-4B05-8B51-733411DA06AB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09757-E531-4D5B-B55B-9A6804A38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F162B-3958-47E6-9794-720968A9C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536A5-1602-4D88-ADE3-63582C9D8B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8787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F71B7-1A9A-48A4-A71F-A7ADB198C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93EBF2-F141-4FA1-B404-5B54ED40B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7C85E-D516-45D9-8ED2-7713B5D53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C6E-E348-4B05-8B51-733411DA06AB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F0956-9135-4640-8250-99D73127F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BF119-546E-4E66-9048-EA9FD2869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536A5-1602-4D88-ADE3-63582C9D8B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9515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8BCB2-BF7D-4A97-A1B8-F90AB2785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3A3C9-6BF5-440B-A7C3-DCAB267C55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9FFF78-7876-4D10-A846-DDE5E46842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AEE107-AFC7-4CF7-BB18-2039A3A69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C6E-E348-4B05-8B51-733411DA06AB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DCB8D2-C9C1-46B0-ACB0-DDDE6518B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2D13CC-B2E2-4F0C-BEA2-54ABC00B1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536A5-1602-4D88-ADE3-63582C9D8B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0299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9C7C7-8717-4AB6-933A-CC6B2178B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A66F25-2DAD-4C02-BC9F-48FADCD9F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1D333F-27A5-4B03-BEF8-E53E57EC5A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BE3A71-60BF-4C9E-B089-EF5D6C367E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FB7306-FBE1-4E8C-9A89-BF547A2ECE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B88A51-C16E-4EFB-9438-EA8B9B5E9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C6E-E348-4B05-8B51-733411DA06AB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0648E5-1994-4D44-BC49-8BAE127B1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F7AAA3-F98C-472E-84A0-2737F05A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536A5-1602-4D88-ADE3-63582C9D8B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4196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9F92C-E854-41E6-AE02-FDB032C46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A309D7-A449-43C3-9737-4F671F7C7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C6E-E348-4B05-8B51-733411DA06AB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E87C3D-727A-4E13-A9BF-BDCAB8FBE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75218D-B68D-4C7E-A1A2-A1D36EB21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536A5-1602-4D88-ADE3-63582C9D8B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3715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7CEAA0-B067-4E43-BE9B-0761DEC7C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C6E-E348-4B05-8B51-733411DA06AB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668F0C-7147-48DC-88D3-BF25A0F9D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BB719B-2AF1-48A2-8769-7BB809D75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536A5-1602-4D88-ADE3-63582C9D8B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0029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67A0F-ECC0-48AE-B7F9-F194BCD7B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BB67D-2E43-4AC7-86A4-4784D89D2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5B6A46-5528-43C2-AA39-84472E66F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0EA0E9-EA92-4CDE-A8FE-2654DACB1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C6E-E348-4B05-8B51-733411DA06AB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4A0E46-5C49-4636-80D7-9C1D4248A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348AB-3A02-435C-8752-79299CAFC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536A5-1602-4D88-ADE3-63582C9D8B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0415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B792B-3C47-412E-B6C9-9D2AA0A73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D389B2-5D7A-44C4-85EC-52B1588C9E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E8D09B-CC82-4C59-8BF0-2EA3EB467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7F9E4-724D-4846-B0FA-9E3C4EC19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C6E-E348-4B05-8B51-733411DA06AB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1E1377-18C4-4ABA-8A94-03CEB8D58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7A83BE-722A-4FDB-908B-F27183836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536A5-1602-4D88-ADE3-63582C9D8B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0671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6EAE5-091C-4ABF-B183-593D028F2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4EDD18-CF15-4000-BE22-A6DFE57137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6B2F0-7A75-41D8-8B2B-31E4E5EB9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C6E-E348-4B05-8B51-733411DA06AB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48945-8FE9-4245-90D5-5B12F3346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8AF9C-93D6-43DF-ADCF-7E9E91AEC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536A5-1602-4D88-ADE3-63582C9D8B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7910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BFCE71-47FB-48D2-9604-AC71B0A9E1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440A0C-1AD1-4C10-8F64-9BE107908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84B0B-B03C-4F1A-AF8A-72EAE9891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C6E-E348-4B05-8B51-733411DA06AB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C6F2A-2B67-4DDD-A33D-A403032B0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BB21D-E65D-4AFD-BFB7-5B1CF3C17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536A5-1602-4D88-ADE3-63582C9D8B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44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2DECF4-5BF1-4C7D-9B65-BD624388F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EDD3B4-6955-45FB-B038-67D891CF1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FC953-E094-4E48-8081-3F87E15D01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0AC6E-E348-4B05-8B51-733411DA06AB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B9743-07A8-49A2-BB7C-4BA6D3A25F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60385-2ACC-4521-975B-F827A18C9F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0536A5-1602-4D88-ADE3-63582C9D8B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8903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29C27E-3C87-4BB7-A271-0F56E0892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99" y="-40460"/>
            <a:ext cx="11652531" cy="658088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F12FD29-A692-48FA-9F74-999CE7A815B8}"/>
              </a:ext>
            </a:extLst>
          </p:cNvPr>
          <p:cNvSpPr/>
          <p:nvPr/>
        </p:nvSpPr>
        <p:spPr>
          <a:xfrm>
            <a:off x="5890259" y="289560"/>
            <a:ext cx="2064211" cy="461772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5BF0F1-A09A-4094-991C-9306F1A6F81D}"/>
              </a:ext>
            </a:extLst>
          </p:cNvPr>
          <p:cNvSpPr txBox="1"/>
          <p:nvPr/>
        </p:nvSpPr>
        <p:spPr>
          <a:xfrm>
            <a:off x="5974080" y="4069303"/>
            <a:ext cx="3385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050" dirty="0"/>
              <a:t>A0</a:t>
            </a:r>
            <a:endParaRPr lang="en-GB" sz="10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EFA363-0FEB-4350-A0D3-4CE2BCCE314C}"/>
              </a:ext>
            </a:extLst>
          </p:cNvPr>
          <p:cNvSpPr txBox="1"/>
          <p:nvPr/>
        </p:nvSpPr>
        <p:spPr>
          <a:xfrm>
            <a:off x="5974080" y="4200108"/>
            <a:ext cx="3385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050" dirty="0"/>
              <a:t>A1</a:t>
            </a:r>
            <a:endParaRPr lang="en-GB" sz="10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059F12-A842-4A47-A4D3-D7D339CFB2A2}"/>
              </a:ext>
            </a:extLst>
          </p:cNvPr>
          <p:cNvSpPr txBox="1"/>
          <p:nvPr/>
        </p:nvSpPr>
        <p:spPr>
          <a:xfrm>
            <a:off x="7277100" y="4122643"/>
            <a:ext cx="33695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050" dirty="0"/>
              <a:t>D5</a:t>
            </a:r>
            <a:endParaRPr lang="en-GB" sz="10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FE6CA1-20EF-470A-B3A4-AFEA2DE6156A}"/>
              </a:ext>
            </a:extLst>
          </p:cNvPr>
          <p:cNvSpPr txBox="1"/>
          <p:nvPr/>
        </p:nvSpPr>
        <p:spPr>
          <a:xfrm>
            <a:off x="7277100" y="4327214"/>
            <a:ext cx="33695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050" dirty="0"/>
              <a:t>D3</a:t>
            </a:r>
            <a:endParaRPr lang="en-GB" sz="10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706066-3433-46B6-BFBD-26F6B2986A11}"/>
              </a:ext>
            </a:extLst>
          </p:cNvPr>
          <p:cNvSpPr txBox="1"/>
          <p:nvPr/>
        </p:nvSpPr>
        <p:spPr>
          <a:xfrm>
            <a:off x="7547436" y="4217577"/>
            <a:ext cx="33695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050" dirty="0"/>
              <a:t>D4</a:t>
            </a:r>
            <a:endParaRPr lang="en-GB" sz="10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7D91B8-D572-4814-A5ED-8F4A2F44DD49}"/>
              </a:ext>
            </a:extLst>
          </p:cNvPr>
          <p:cNvSpPr txBox="1"/>
          <p:nvPr/>
        </p:nvSpPr>
        <p:spPr>
          <a:xfrm>
            <a:off x="7547436" y="4422148"/>
            <a:ext cx="33695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050" dirty="0"/>
              <a:t>D2</a:t>
            </a:r>
            <a:endParaRPr lang="en-GB" sz="10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C85522-0CC6-4C93-B2EC-D7E7227DC8AE}"/>
              </a:ext>
            </a:extLst>
          </p:cNvPr>
          <p:cNvSpPr txBox="1"/>
          <p:nvPr/>
        </p:nvSpPr>
        <p:spPr>
          <a:xfrm>
            <a:off x="7547436" y="3967110"/>
            <a:ext cx="33695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050" dirty="0"/>
              <a:t>D6</a:t>
            </a:r>
            <a:endParaRPr lang="en-GB" sz="10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676A8F-FFB9-4A73-B4EC-3D0C814DFF3A}"/>
              </a:ext>
            </a:extLst>
          </p:cNvPr>
          <p:cNvSpPr txBox="1"/>
          <p:nvPr/>
        </p:nvSpPr>
        <p:spPr>
          <a:xfrm>
            <a:off x="7547436" y="3715230"/>
            <a:ext cx="33695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050" dirty="0"/>
              <a:t>D7</a:t>
            </a:r>
            <a:endParaRPr lang="en-GB" sz="10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1D3E02-381B-4606-B03F-CD9E42C0D5B7}"/>
              </a:ext>
            </a:extLst>
          </p:cNvPr>
          <p:cNvSpPr txBox="1"/>
          <p:nvPr/>
        </p:nvSpPr>
        <p:spPr>
          <a:xfrm>
            <a:off x="7284974" y="3587254"/>
            <a:ext cx="33695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050" dirty="0"/>
              <a:t>D8</a:t>
            </a:r>
            <a:endParaRPr lang="en-GB" sz="105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AB27C3-82F6-4F3F-81CB-0B5D0512ABBD}"/>
              </a:ext>
            </a:extLst>
          </p:cNvPr>
          <p:cNvSpPr txBox="1"/>
          <p:nvPr/>
        </p:nvSpPr>
        <p:spPr>
          <a:xfrm>
            <a:off x="5974080" y="3629002"/>
            <a:ext cx="40588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050" dirty="0"/>
              <a:t>VCC</a:t>
            </a:r>
            <a:endParaRPr lang="en-GB" sz="10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8ACF6D-29FB-4E24-A22C-0F2D073FAD99}"/>
              </a:ext>
            </a:extLst>
          </p:cNvPr>
          <p:cNvSpPr txBox="1"/>
          <p:nvPr/>
        </p:nvSpPr>
        <p:spPr>
          <a:xfrm>
            <a:off x="5974080" y="3759807"/>
            <a:ext cx="43954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050" dirty="0"/>
              <a:t>GND</a:t>
            </a:r>
            <a:endParaRPr lang="en-GB" sz="105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5AC584-CFB1-4B3C-95D7-6E563E93F99E}"/>
              </a:ext>
            </a:extLst>
          </p:cNvPr>
          <p:cNvSpPr txBox="1"/>
          <p:nvPr/>
        </p:nvSpPr>
        <p:spPr>
          <a:xfrm>
            <a:off x="5934722" y="1731501"/>
            <a:ext cx="1975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Arduino</a:t>
            </a:r>
            <a:r>
              <a:rPr lang="nl-NL" dirty="0"/>
              <a:t> NANO 991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97FBF4-2B91-4FD1-99FE-BA5101D31297}"/>
              </a:ext>
            </a:extLst>
          </p:cNvPr>
          <p:cNvSpPr/>
          <p:nvPr/>
        </p:nvSpPr>
        <p:spPr>
          <a:xfrm>
            <a:off x="1925904" y="2516623"/>
            <a:ext cx="1391831" cy="2589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 err="1">
                <a:solidFill>
                  <a:schemeClr val="tx1"/>
                </a:solidFill>
              </a:rPr>
              <a:t>Resistor</a:t>
            </a:r>
            <a:r>
              <a:rPr lang="nl-NL" sz="1400" dirty="0">
                <a:solidFill>
                  <a:schemeClr val="tx1"/>
                </a:solidFill>
              </a:rPr>
              <a:t> ladder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4ACCD9-37B8-4407-AA72-DF265A537D01}"/>
              </a:ext>
            </a:extLst>
          </p:cNvPr>
          <p:cNvSpPr/>
          <p:nvPr/>
        </p:nvSpPr>
        <p:spPr>
          <a:xfrm>
            <a:off x="5122258" y="5038085"/>
            <a:ext cx="1391831" cy="2589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solidFill>
                  <a:schemeClr val="tx1"/>
                </a:solidFill>
              </a:rPr>
              <a:t>Interval timer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1BB66A5-9E1C-44A2-8DFC-2C5F77C6FE57}"/>
              </a:ext>
            </a:extLst>
          </p:cNvPr>
          <p:cNvSpPr/>
          <p:nvPr/>
        </p:nvSpPr>
        <p:spPr>
          <a:xfrm>
            <a:off x="8580120" y="2910083"/>
            <a:ext cx="1391831" cy="7189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 err="1">
                <a:solidFill>
                  <a:schemeClr val="tx1"/>
                </a:solidFill>
              </a:rPr>
              <a:t>Repeat</a:t>
            </a:r>
            <a:r>
              <a:rPr lang="nl-NL" sz="1400" dirty="0">
                <a:solidFill>
                  <a:schemeClr val="tx1"/>
                </a:solidFill>
              </a:rPr>
              <a:t> Switch:</a:t>
            </a:r>
          </a:p>
          <a:p>
            <a:pPr algn="ctr"/>
            <a:r>
              <a:rPr lang="nl-NL" sz="1400" dirty="0" err="1">
                <a:solidFill>
                  <a:schemeClr val="tx1"/>
                </a:solidFill>
              </a:rPr>
              <a:t>Left</a:t>
            </a:r>
            <a:r>
              <a:rPr lang="nl-NL" sz="1400" dirty="0">
                <a:solidFill>
                  <a:schemeClr val="tx1"/>
                </a:solidFill>
              </a:rPr>
              <a:t>: </a:t>
            </a:r>
            <a:r>
              <a:rPr lang="nl-NL" sz="1400" dirty="0" err="1">
                <a:solidFill>
                  <a:schemeClr val="tx1"/>
                </a:solidFill>
              </a:rPr>
              <a:t>active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7CEB9A-E63D-4AD1-A1B1-BABFCDCFE6BC}"/>
              </a:ext>
            </a:extLst>
          </p:cNvPr>
          <p:cNvSpPr/>
          <p:nvPr/>
        </p:nvSpPr>
        <p:spPr>
          <a:xfrm>
            <a:off x="10034123" y="2468947"/>
            <a:ext cx="1391831" cy="2589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solidFill>
                  <a:schemeClr val="tx1"/>
                </a:solidFill>
              </a:rPr>
              <a:t>MUX code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CD97084-FD5B-462D-860D-848E3224EE22}"/>
              </a:ext>
            </a:extLst>
          </p:cNvPr>
          <p:cNvSpPr/>
          <p:nvPr/>
        </p:nvSpPr>
        <p:spPr>
          <a:xfrm>
            <a:off x="8666570" y="4696295"/>
            <a:ext cx="598811" cy="2589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200" dirty="0">
                <a:solidFill>
                  <a:schemeClr val="tx1"/>
                </a:solidFill>
              </a:rPr>
              <a:t>Status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8DC9A32-A205-47BE-9961-54E57D290D06}"/>
              </a:ext>
            </a:extLst>
          </p:cNvPr>
          <p:cNvSpPr/>
          <p:nvPr/>
        </p:nvSpPr>
        <p:spPr>
          <a:xfrm>
            <a:off x="10227588" y="4696294"/>
            <a:ext cx="598811" cy="2589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200" dirty="0" err="1">
                <a:solidFill>
                  <a:schemeClr val="tx1"/>
                </a:solidFill>
              </a:rPr>
              <a:t>Pulse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5868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28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Erwin PA3EFR</dc:creator>
  <cp:lastModifiedBy>Erwin PA3EFR</cp:lastModifiedBy>
  <cp:revision>6</cp:revision>
  <dcterms:created xsi:type="dcterms:W3CDTF">2026-05-09T09:42:25Z</dcterms:created>
  <dcterms:modified xsi:type="dcterms:W3CDTF">2026-05-22T13:34:14Z</dcterms:modified>
</cp:coreProperties>
</file>